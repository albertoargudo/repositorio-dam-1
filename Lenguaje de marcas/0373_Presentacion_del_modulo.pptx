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57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No enumerar unidades: el primer día los satura.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les cambia la cara. Cinco minutos, sin correr.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alargar el turno de preguntas. Lo que quede se responde durante la unidad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" y="-960120"/>
            <a:ext cx="2148840" cy="2148840"/>
          </a:xfrm>
          <a:prstGeom prst="ellipse">
            <a:avLst/>
          </a:prstGeom>
          <a:solidFill>
            <a:srgbClr val="5C5F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868680" y="-502920"/>
            <a:ext cx="2103120" cy="2103120"/>
          </a:xfrm>
          <a:prstGeom prst="ellipse">
            <a:avLst/>
          </a:prstGeom>
          <a:solidFill>
            <a:srgbClr val="2C44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355080" y="3246120"/>
            <a:ext cx="3108960" cy="3108960"/>
          </a:xfrm>
          <a:prstGeom prst="ellipse">
            <a:avLst/>
          </a:prstGeom>
          <a:solidFill>
            <a:srgbClr val="2C44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909560" y="3977640"/>
            <a:ext cx="2011680" cy="2011680"/>
          </a:xfrm>
          <a:prstGeom prst="ellipse">
            <a:avLst/>
          </a:prstGeom>
          <a:solidFill>
            <a:srgbClr val="5C5F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/home/claude/ref/x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56032"/>
            <a:ext cx="132588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6035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Y SISTEMAS DE GESTIÓN DE INFORMACIÓN · 0373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16002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Lenguajes de marcas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93776" y="22128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gestión de información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93776" y="3246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DAM 1.º y DAW 1.º   ·   Presentación del módulo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" y="4041648"/>
            <a:ext cx="1828800" cy="0"/>
          </a:xfrm>
          <a:prstGeom prst="line">
            <a:avLst/>
          </a:prstGeom>
          <a:noFill/>
          <a:ln w="12700">
            <a:solidFill>
              <a:srgbClr val="F3E6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93776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Carlos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Curso 2026 /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110 horas, un solo sitio web que crece todo el año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CURSO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22494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PRIMER TRIMESTRE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4871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cada cosa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798064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 para marcar el contenido y CSS para darle forma. Al acabar tenéis un sitio completo y publicado.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8416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3493008" y="22494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SEGUNDO TRIMESTRE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4871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hace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798064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JavaScript: que la página responda. Pulsar, cambiar, pedir datos a otro servidor y pintarlos.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6108192" y="22494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TERCER TRIMESTRE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2487168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dónde salen los datos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3054096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XML: las mismas etiquetas, pero para que dos empresas se entiendan. Y dónde acaba esa información.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 no es programar. Y por eso mucha gente lo hace mal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SALTO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9751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PROGRAMAR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128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Instrucciones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34472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Variables, condiciones, bucles. La máquina ejecuta. Eso es el módulo de Programación.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36008" y="182880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800600" y="19751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MARCAR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128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Descripción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523744"/>
            <a:ext cx="34472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ejecuta nada: describe. La máquina lee tu documento y decide qué hacer con cada parte.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331012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713232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2735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qué importa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474720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marcas mal, la página se ve igual. Pero el buscador no te encuentra ni el lector de pantalla funciona.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88162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13232" y="38816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8450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se evalúa aquí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046220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que la página quede bonita: que el marcado diga la verdad sobre lo que hay dentro.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Vuestro equipo publica un sitio web entero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PROYECTO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737360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TEMA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1214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Escuela de música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28416" y="1737360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3493008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TEMA 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1214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 deportivo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0" y="1737360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6108192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TEMA 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108192" y="2121408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Refugio de animales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13232" y="2724912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877824" y="287121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TEMA 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" y="31089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Festival de cine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328416" y="2724912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3493008" y="287121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TEMA 5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493008" y="31089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de bicis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943600" y="2724912"/>
            <a:ext cx="2468880" cy="841248"/>
          </a:xfrm>
          <a:prstGeom prst="roundRect">
            <a:avLst>
              <a:gd name="adj" fmla="val 8696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108192" y="287121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VUESTRO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108192" y="31089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Proponedlo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13232" y="3730752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713232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3694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fila es el equipo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38953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personas, seis páginas del mismo sitio, una cada uno.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13232" y="416966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 txBox="1"/>
          <p:nvPr/>
        </p:nvSpPr>
        <p:spPr>
          <a:xfrm>
            <a:off x="713232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97280" y="4133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seis páginas llevan lo mismo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43342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Estructura, listas, enlaces, imágenes, tabla y multimedia.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hacéis una página. El Scrum Master, también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LOS ROLES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2057400"/>
            <a:ext cx="3776472" cy="1691640"/>
          </a:xfrm>
          <a:prstGeom prst="roundRect">
            <a:avLst>
              <a:gd name="adj" fmla="val 4324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22037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4414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vosotros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752344"/>
            <a:ext cx="3447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repartís las seis páginas del sitio, una cada uno. No existe «el que maqueta» ni «el que documenta»: todos hacéis lo mismo.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36008" y="2057400"/>
            <a:ext cx="3776472" cy="1691640"/>
          </a:xfrm>
          <a:prstGeom prst="roundRect">
            <a:avLst>
              <a:gd name="adj" fmla="val 4324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800600" y="22037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SCRUM MASTER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4414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Uno, y rota cada bloque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752344"/>
            <a:ext cx="3447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Hace su página igual que los demás y además convoca, cronometra, recuerda los plazos y avisa si el equipo se atasca. No manda ni reparte notas.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qué sirve esto fuera de aquí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PERFIL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719072"/>
            <a:ext cx="3776472" cy="1481328"/>
          </a:xfrm>
          <a:prstGeom prst="roundRect">
            <a:avLst>
              <a:gd name="adj" fmla="val 4938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86537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PERFIL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10312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Front-end · Integración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414016"/>
            <a:ext cx="3447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 forma a la información para que la entienda una máquina: el navegador, el lector de pantalla, el buscador y el sistema que recibe tus datos.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36008" y="1719072"/>
            <a:ext cx="3776472" cy="1481328"/>
          </a:xfrm>
          <a:prstGeom prst="roundRect">
            <a:avLst>
              <a:gd name="adj" fmla="val 4938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800600" y="186537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DÓNDE SIGUE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10312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segundo curso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414016"/>
            <a:ext cx="3447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DAM: Acceso a datos, Desarrollo de interfaces y Gestión empresarial. En DAW: Desarrollo web en cliente y en servidor.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337413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713232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3375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módulo SÍ es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Estructurar información en texto para que otro programa la lea sin ambigüedad. La web es donde antes se ve.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92277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13232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886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módulo NO es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087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Diseñar. Aquí no se decide si el logo va en azul: se decide qué es cada parte del contenido.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Siete resultados de aprendizaje: la unidad de calificación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LOS RA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783080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92938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16712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son las marcas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674620" y="1783080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2839212" y="192938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2839212" y="216712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Marcas en la web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636008" y="1783080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4800600" y="192938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16712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de cliente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597396" y="1783080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6761988" y="192938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761988" y="216712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13232" y="3026664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877824" y="3172968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RA5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77824" y="341071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Conversión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674620" y="3026664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2839212" y="3172968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RA6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2839212" y="3410712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Intercambio de datos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36008" y="3026664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4800600" y="3172968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RA7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800600" y="3410712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empresarial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597396" y="3026664"/>
            <a:ext cx="1815084" cy="1097280"/>
          </a:xfrm>
          <a:prstGeom prst="roundRect">
            <a:avLst>
              <a:gd name="adj" fmla="val 6667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6761988" y="3172968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TODOS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761988" y="341071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Pesan igual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regla: 40 % lo que haces, 60 % cómo lo defiendes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2697480"/>
            <a:ext cx="1422806" cy="603504"/>
          </a:xfrm>
          <a:prstGeom prst="roundRect">
            <a:avLst>
              <a:gd name="adj" fmla="val 15152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713232" y="2770632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3374136"/>
            <a:ext cx="14959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Comprobación de cada unidad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2342" y="2697480"/>
            <a:ext cx="1422806" cy="603504"/>
          </a:xfrm>
          <a:prstGeom prst="roundRect">
            <a:avLst>
              <a:gd name="adj" fmla="val 15152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2282342" y="2770632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245766" y="3374136"/>
            <a:ext cx="14959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parte del proyecto y tu memoria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51453" y="2697480"/>
            <a:ext cx="1422806" cy="603504"/>
          </a:xfrm>
          <a:prstGeom prst="roundRect">
            <a:avLst>
              <a:gd name="adj" fmla="val 15152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3851453" y="2770632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30 %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814877" y="3374136"/>
            <a:ext cx="14959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Exponer tu parte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20563" y="2697480"/>
            <a:ext cx="1422806" cy="603504"/>
          </a:xfrm>
          <a:prstGeom prst="roundRect">
            <a:avLst>
              <a:gd name="adj" fmla="val 15152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5420563" y="2770632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20 %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83987" y="3374136"/>
            <a:ext cx="14959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Responder a tu pregunta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89674" y="2697480"/>
            <a:ext cx="1422806" cy="603504"/>
          </a:xfrm>
          <a:prstGeom prst="roundRect">
            <a:avLst>
              <a:gd name="adj" fmla="val 15152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6989674" y="2770632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953098" y="3374136"/>
            <a:ext cx="14959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Preguntar a un compañero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2331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544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TRABAJO  40 %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376672" y="23317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DEFENSA  60 %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va a ser cada clase: teoría, cuaderno, comprobación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CUADERNO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15 MINUTOS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1214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Teoría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432304"/>
            <a:ext cx="21396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bloque corto. Nunca la unidad entera de golpe.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8416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3493008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15-20 MINUTOS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1214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Cuaderno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432304"/>
            <a:ext cx="21396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clase, con los apuntes abiertos y preguntando al de al lado.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6108192" y="18836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 MINUTOS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21214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Comprobación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2432304"/>
            <a:ext cx="21396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preguntas sobre lo que se acaba de explicar. Esto es lo que puntúa.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34670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13232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3101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columna «por qué lo has escrito así»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511296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corrige y no puntúa. De ahí salen las preguntas que os haré en la defensa.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3232" y="384962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 txBox="1"/>
          <p:nvPr/>
        </p:nvSpPr>
        <p:spPr>
          <a:xfrm>
            <a:off x="713232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813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Apuntes abiertos, y la IA también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4014216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hace falta que lo declares. Lo que no puedes es usarla en la defensa: si no sabes explicar lo que entregaste, no puntúa.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tres semanas: expones, te preguntan y preguntas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DEFENSA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572768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17190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30 %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19568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Expones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267712"/>
            <a:ext cx="21396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minutos con tu página en pantalla: qué te tocó, qué decidiste y por qué esa opción y no otra.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8416" y="1572768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3493008" y="17190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20 %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568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267712"/>
            <a:ext cx="21396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pregunta de un compañero al que le ha tocado por sorteo. Con tu código delante.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1572768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6108192" y="17190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10 %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19568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Preguntas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2267712"/>
            <a:ext cx="21396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Sacáis un número: es el turno en el que os toca preguntar. Y apuntáis una pregunta para cada turno.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quiero que uséis la inteligencia artificial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IA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2103120"/>
            <a:ext cx="1815084" cy="1691640"/>
          </a:xfrm>
          <a:prstGeom prst="roundRect">
            <a:avLst>
              <a:gd name="adj" fmla="val 4324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77824" y="22494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4871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Pensad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798064"/>
            <a:ext cx="14859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Entended qué hay que hacer, aunque no os salga.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74620" y="2103120"/>
            <a:ext cx="1815084" cy="1691640"/>
          </a:xfrm>
          <a:prstGeom prst="roundRect">
            <a:avLst>
              <a:gd name="adj" fmla="val 4324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2839212" y="22494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839212" y="24871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39212" y="2798064"/>
            <a:ext cx="14859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Intentadlo vosotros. El intento fallido es el que enseña.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008" y="2103120"/>
            <a:ext cx="1815084" cy="1691640"/>
          </a:xfrm>
          <a:prstGeom prst="roundRect">
            <a:avLst>
              <a:gd name="adj" fmla="val 4324"/>
            </a:avLst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4800600" y="22494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48716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Preguntad cómo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3054096"/>
            <a:ext cx="14859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Ahora sí. Sin copiar y pegar.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97396" y="2103120"/>
            <a:ext cx="1815084" cy="1691640"/>
          </a:xfrm>
          <a:prstGeom prst="roundRect">
            <a:avLst>
              <a:gd name="adj" fmla="val 4324"/>
            </a:avLst>
          </a:prstGeom>
          <a:solidFill>
            <a:srgbClr val="152A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6761988" y="22494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61988" y="248716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Preguntad por qué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761988" y="3054096"/>
            <a:ext cx="14859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qué lo ha hecho así. Ahí está el aprendizaje.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PRESENTACIÓN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Cuatro normas y empezamos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REGLAS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3232" y="191109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713232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874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regla de las dos consultas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075688"/>
            <a:ext cx="7315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llamarme: preguntad a vuestro equipo y a otro equipo. Si sigue sin salir, entonces voy.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249402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713232" y="24940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45745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móvil, apagado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658618"/>
            <a:ext cx="7315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la normativa del centro. Todo se hace en el ordenador del aula.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30769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713232" y="3076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0403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plazos son plazos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241548"/>
            <a:ext cx="7315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no se entrega a tiempo es un 0, salvo causa justificada documentalmente.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65988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13232" y="36598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62331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ve todo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824478"/>
            <a:ext cx="7315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quiero estar de policía. En una empresa tampoco hay nadie detrás, y también se ve todo.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108960"/>
            <a:ext cx="2651760" cy="2651760"/>
          </a:xfrm>
          <a:prstGeom prst="ellipse">
            <a:avLst/>
          </a:prstGeom>
          <a:solidFill>
            <a:srgbClr val="2C44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040880" y="-1005840"/>
            <a:ext cx="2743200" cy="2743200"/>
          </a:xfrm>
          <a:prstGeom prst="ellipse">
            <a:avLst/>
          </a:prstGeom>
          <a:solidFill>
            <a:srgbClr val="5C5F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/home/claude/ref/x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57200"/>
            <a:ext cx="132588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¿Preguntas?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Presentación en pantalla (16:9)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Poppins</vt:lpstr>
      <vt:lpstr>Poppins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0373 · Presentación del módulo</dc:title>
  <dc:subject>PptxGenJS Presentation</dc:subject>
  <dc:creator>Carlos</dc:creator>
  <cp:lastModifiedBy>Carlos Fernandez</cp:lastModifiedBy>
  <cp:revision>2</cp:revision>
  <dcterms:created xsi:type="dcterms:W3CDTF">2026-09-14T16:28:48Z</dcterms:created>
  <dcterms:modified xsi:type="dcterms:W3CDTF">2026-09-14T20:25:05Z</dcterms:modified>
</cp:coreProperties>
</file>